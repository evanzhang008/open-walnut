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WALNUT PPTX MARKER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Rendered by pptx-preview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