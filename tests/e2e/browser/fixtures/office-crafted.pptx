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spTree><p:nvGrpSpPr><p:cNvPr id="1" name=""/><p:cNvGrpSpPr/><p:nvPr/></p:nvGrpSpPr><p:grpSpPr/><p:sp><p:nvSpPr><p:cNvPr id="2" name="Title 1"/><p:cNvSpPr><a:spLocks noGrp="1"/></p:cNvSpPr><p:nvPr><p:ph type="title"/></p:nvPr></p:nvSpPr><p:spPr/><p:txBody><a:bodyPr/><a:lstStyle/><a:p><a:r><a:t><img src=x onerror=alert(1)></a:t></a:r></a:p></p:txBody></p:sp><p:sp><p:nvSpPr><p:cNvPr id="3" name="Content Placeholder 2"/><p:cNvSpPr><a:spLocks noGrp="1"/></p:cNvSpPr><p:nvPr><p:ph idx="1"/></p:nvPr></p:nvSpPr><p:spPr/><p:txBody><a:bodyPr/><a:lstStyle/><a:p><a:r><a:t>Rendered by pptx-preview</a:t></a:r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